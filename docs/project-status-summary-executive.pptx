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3" r:id="rId14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PyTorch Infra 项目方案与阶段进展汇报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面向 Ascend/pytorch 的 Nightly 构建验证、昇腾 NPU 测试与问题闭环平台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E3EEFA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750"/>
                </a:solidFill>
                <a:latin typeface="Microsoft YaHei"/>
              </a:rPr>
              <a:t>项目定位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Microsoft YaHei"/>
              </a:rPr>
              <a:t>• 持续验证 Ascend/pytorch 跟随 PyTorch nightly 演进的兼容性。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Microsoft YaHei"/>
              </a:rPr>
              <a:t>• 在昇腾 NPU 上验证 torch_npu 的安装、初始化和基础测试能力。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Microsoft YaHei"/>
              </a:rPr>
              <a:t>• 将失败日志转化为可追踪 issue，推动问题反馈到上游。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459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755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x86 Nightly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0299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25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487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最近 200 次 run：总计 / 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459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755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YaHei"/>
              </a:rPr>
              <a:t>ARM Nightly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0299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20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487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最近 200 次 run：总计 / 成功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2461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3355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63A0"/>
                </a:solidFill>
                <a:latin typeface="Microsoft YaHei"/>
              </a:rPr>
              <a:t>NPU Build/Test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29 /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40873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当前已出现成功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2461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168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3355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8086"/>
                </a:solidFill>
                <a:latin typeface="Microsoft YaHei"/>
              </a:rPr>
              <a:t>Lint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28 /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40873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规则治理链路可运行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项目围绕 5 个专项任务构成“验证 -&gt; 测试 -&gt; 分析 -&gt; 闭环”的完整链路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292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65960"/>
                <a:gridCol w="2788920"/>
                <a:gridCol w="4526280"/>
              </a:tblGrid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实现方式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主要载体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验证主链路编译兼容性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定时安装 PyTorch nightly 并构建 wheel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.github/workflows/nightly-build.yml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验证 ARM / 昇腾环境构建兼容性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self-hosted runner + 容器构建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.github/workflows/nightly-build-arm.yml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验证安装、初始化和基础测试能力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构建 -&gt; 安装 -&gt; 加载 CANN -&gt;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.github/workflows/npu-test.yml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静态扫描治理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前置发现规则与工程规范问题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lintrunner + adapters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.github/workflows/lint.yml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失败分析与问题闭环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沉淀失败原因并反馈上游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分析命令 + issue 同步流程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.claude/commands/*.md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专项任务进展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按专项任务汇总当前落地进展、状态和关键说明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当前进展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关键说明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已形成每日自动验证主链路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成功率最高，可稳定承担 nightly 兼容性雷达职责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workflow 已落地并多次成功运行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持续优化中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已跑通，但依赖 self-hosted runner 稳定性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一体化流程已改造完成，已出现成功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持续优化中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当前已打通“构建 -&gt; 安装 -&gt; 测试”主流程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PyTorch 主社区测试迁移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测试框架与设备适配分析已完成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分批落地中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当前仍以 smoke 和基础设备测试为主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静态扫描治理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已迁移 20+ lint 规则并支持报告输出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已具备结构化扫描与治理能力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issue 分析与上游同步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已形成失败分析和同步流程设计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部分完成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自动闭环能力仍可继续增强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Workflow 运行数据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基于 2026-04-03 通过 gh 查询的最近 200 次 run 聚合结果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43000"/>
          <a:ext cx="110642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914400"/>
                <a:gridCol w="914400"/>
                <a:gridCol w="914400"/>
                <a:gridCol w="914400"/>
                <a:gridCol w="34290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Workflow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总计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成功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失败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取消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Ascend/pytorch Nightly Build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主链路稳定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Ascend/pytorch Nightly Build Validation (ARM)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已跑通，仍需稳态优化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Build and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已打通，仍处于密集调试期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 Ascend/pytorch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可运行，具备治理能力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5760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463040"/>
                <a:gridCol w="521208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最近成功时间 (UTC)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Run ID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状态说明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Build and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2026-04-02 23:38:48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23927010611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构建和基础测试链路已成功跑通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2026-04-02 22:23:56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23924812258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持续稳定运行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2026-04-02 09:10:38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23893095476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已具备稳定成功案例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 Ascend/pytorch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2026-04-01 01:13:31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23827086198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 扫描链路可正常工作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关键问题案例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项目已能将 nightly 失败转化为结构化问题并推动上游修复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1115568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750"/>
                </a:solidFill>
                <a:latin typeface="Microsoft YaHei"/>
              </a:rPr>
              <a:t>案例：ProcessGroupHCCL 引用不存在的 SocVersion 枚举值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92024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41248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2463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2463A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发现时间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2026-03-26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触发来源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Nightly 构建失败，Run 23577538981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问题表现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ProcessGroupHCCL.cpp 引用不存在的 c10_npu::SocVersion::Ascend910_95，导致编译失败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影响文件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torch_npu/csrc/distributed/ProcessGroupHCCL.cpp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根因总结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Ascend/pytorch 内部枚举定义已演进为 Ascend950，但引用代码未同步调整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输出结果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已沉淀 issue，并给出明确修复建议：将 Ascend910_95 替换为 Ascend950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项目价值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证明平台不仅能发现失败，还能输出可执行的定位和修复方向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当前问题与瓶颈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当前主要矛盾已从“流程设计”转向“环境稳定性和运行时可用性”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106070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当前问题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表现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self-hosted runner 调度不稳定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Run 23924845622 未被 runner 接单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待解决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当前主要问题不是编译逻辑，而是 runner 资源稳定性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环境初始化稳定性不足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Run 23876199231 失败于 Verify NPU availability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待解决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当前问题集中在 CANN、挂载路径、torch_npu 导入和设备初始化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PyTorch 主社区测试迁移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覆盖范围仍偏小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当前仍以 smoke 和基础验证为主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推进中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需在环境稳定后逐步扩大测试池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issue 自动闭环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自动化程度仍不够高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修复判定、同步和报告输出可继续增强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推进中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适合作为下一阶段平台化工作继续建设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下一阶段计划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下一阶段重点从“打通”转向“稳态运行 + 覆盖扩展”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49807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下一步工作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/ NPU 基础设施稳定化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提升 self-hosted runner 可用性，固化镜像与挂载配置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稳定任务调度和执行环境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基础验证稳定化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固化 NPU availability 检查逻辑，维护最小 smoke 测试集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形成稳定的每日 NPU 基础验证能力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主社区测试扩展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从 test_device.py 扩展到 tensor、autograd、nn 等核心测试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建立 smoke / core / extended 三层测试池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issue 自动闭环增强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自动生成报告、创建或更新 issue、同步上游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降低人工分析成本，强化平台属性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303520"/>
            <a:ext cx="10789920" cy="749808"/>
          </a:xfrm>
          <a:prstGeom prst="roundRect">
            <a:avLst/>
          </a:prstGeom>
          <a:solidFill>
            <a:srgbClr val="E3EEFA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750"/>
                </a:solidFill>
                <a:latin typeface="Microsoft YaHei"/>
              </a:rPr>
              <a:t>结论：项目已完成从“方案设计”到“运行平台”的跨越，后续应优先解决 ARM / NPU 稳定性，并逐步扩大主社区测试覆盖。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项目成效数据总览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从运行效果、问题发现和闭环能力三个维度展示当前项目产出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19456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x86 Nightly 成功率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184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756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25 次 run 中成功 24 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234440"/>
            <a:ext cx="219456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34416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YaHei"/>
              </a:rPr>
              <a:t>ARM Nightly 成功率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6184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0756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20 次 run 中成功 8 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234440"/>
            <a:ext cx="219456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134416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63A0"/>
                </a:solidFill>
                <a:latin typeface="Microsoft YaHei"/>
              </a:rPr>
              <a:t>NPU Build/Test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16184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已跑通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20756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最近已出现成功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234440"/>
            <a:ext cx="219456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168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134416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8086"/>
                </a:solidFill>
                <a:latin typeface="Microsoft YaHei"/>
              </a:rPr>
              <a:t>Lint 治理链路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16184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可运行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0756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28 次 run 中成功 22 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34440"/>
            <a:ext cx="141732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13441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已闭环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161848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3+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207568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已有典型问题被修复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" y="283464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  <a:gridCol w="6035040"/>
              </a:tblGrid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成效维度</a:t>
                      </a:r>
                    </a:p>
                  </a:txBody>
                  <a:tcPr>
                    <a:solidFill>
                      <a:srgbClr val="2463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当前结果</a:t>
                      </a:r>
                    </a:p>
                  </a:txBody>
                  <a:tcPr>
                    <a:solidFill>
                      <a:srgbClr val="2463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2463A0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持续集成验证能力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已形成 x86 / ARM / NPU / Lint 四类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项目已具备多维验证能力，不再是单点脚本验证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主链路稳定性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已基本稳定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已能够持续承担 PyTorch nightly 兼容性监测职责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链路突破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已出现 NPU Build and Test 成功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说明真实昇腾环境下的 build-and-test 主流程已被打通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问题发现能力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已发现并沉淀 CachingHostAllocator、SymmetricMemory、SocVersion 等典型问题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平台已能持续输出高价值兼容性问题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问题闭环能力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已有 issue 被上游修复并关闭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项目已体现出对 Ascend/pytorch 上游修复的推动价值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486400"/>
            <a:ext cx="10789920" cy="530352"/>
          </a:xfrm>
          <a:prstGeom prst="roundRect">
            <a:avLst/>
          </a:prstGeom>
          <a:solidFill>
            <a:srgbClr val="E3EEFA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0527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750"/>
                </a:solidFill>
                <a:latin typeface="Microsoft YaHei"/>
              </a:rPr>
              <a:t>项目成效判断：当前已形成可持续运行的验证平台，下一步重点应从“单次打通”转向“稳定运行、扩大覆盖、自动闭环”。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