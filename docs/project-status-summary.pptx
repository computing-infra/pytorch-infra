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PyTorch Infra 项目方案与阶段进展汇报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围绕 Ascend/pytorch 的 Nightly 构建验证、昇腾 NPU 测试与问题闭环平台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23456"/>
                </a:solidFill>
                <a:latin typeface="Microsoft YaHei"/>
              </a:rPr>
              <a:t>项目目标：</a:t>
            </a:r>
            <a:r>
              <a:rPr sz="1800">
                <a:solidFill>
                  <a:srgbClr val="222222"/>
                </a:solidFill>
                <a:latin typeface="Microsoft YaHei"/>
              </a:rPr>
              <a:t>持续验证 Ascend/pytorch 跟随 PyTorch nightly 演进的兼容性，并在昇腾 NPU 上开展主社区用例验证。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23456"/>
                </a:solidFill>
                <a:latin typeface="Microsoft YaHei"/>
              </a:rPr>
              <a:t>核心价值：</a:t>
            </a:r>
            <a:r>
              <a:rPr sz="1800">
                <a:solidFill>
                  <a:srgbClr val="222222"/>
                </a:solidFill>
                <a:latin typeface="Microsoft YaHei"/>
              </a:rPr>
              <a:t>从“构建是否通过”升级为“能否运行、问题是否可追踪、是否能推动上游修复”。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23456"/>
                </a:solidFill>
                <a:latin typeface="Microsoft YaHei"/>
              </a:rPr>
              <a:t>当前阶段：</a:t>
            </a:r>
            <a:r>
              <a:rPr sz="1800">
                <a:solidFill>
                  <a:srgbClr val="222222"/>
                </a:solidFill>
                <a:latin typeface="Microsoft YaHei"/>
              </a:rPr>
              <a:t>x86 nightly 已稳定，ARM nightly 已跑通，NPU build-and-test 已出现成功 run。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937760" cy="4297680"/>
          </a:xfrm>
          <a:prstGeom prst="roundRect">
            <a:avLst/>
          </a:prstGeom>
          <a:solidFill>
            <a:srgbClr val="DEEBF7"/>
          </a:solidFill>
          <a:ln>
            <a:solidFill>
              <a:srgbClr val="217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91640"/>
            <a:ext cx="4297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23456"/>
                </a:solidFill>
                <a:latin typeface="Microsoft YaHei"/>
              </a:rPr>
              <a:t>项目范围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1. x86 / ARM Nightly 构建验证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2. 昇腾 NPU 构建与基础测试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3. 静态扫描治理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Microsoft YaHei"/>
              </a:rPr>
              <a:t>4. 失败分析、issue 沉淀与上游同步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项目围绕 5 个专项任务展开，构成“验证 -&gt; 测试 -&gt; 分析 -&gt; 闭环”的完整链路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11680"/>
                <a:gridCol w="2880360"/>
                <a:gridCol w="4343400"/>
              </a:tblGrid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实现方式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主要载体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验证主链路编译兼容性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定时安装 PyTorch nightly 并构建 wheel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.github/workflows/nightly-build.yml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验证 ARM / 昇腾环境构建兼容性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self-hosted runner + 容器构建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.github/workflows/nightly-build-arm.yml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验证安装、初始化和基础测试能力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构建 -&gt; 安装 -&gt; 加载 CANN -&gt;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.github/workflows/npu-test.yml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前置发现规则与工程规范问题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lintrunner + adapters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.github/workflows/lint.yml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失败分析与问题闭环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沉淀失败原因并反馈上游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分析命令 + issue 同步流程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.claude/commands/*.md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专项任务进展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按专项任务汇总当前落地进展和状态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9728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4458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当前进展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关键说明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已形成每日自动验证主链路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成功率最高，可稳定承担 nightly 兼容性雷达职责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workflow 已落地并多次成功运行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已跑通，但依赖 self-hosted runner 稳定性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一体化流程已改造完成，已出现成功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当前已打通“构建 -&gt; 安装 -&gt; 测试”主流程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测试框架与设备适配分析已完成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分批落地中</a:t>
                      </a:r>
                    </a:p>
                  </a:txBody>
                  <a:tcPr>
                    <a:solidFill>
                      <a:srgbClr val="5A5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当前仍以 smoke 和基础设备测试为主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已迁移 20+ lint 规则并支持报告输出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已具备结构化扫描与治理能力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issue 分析与上游同步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已形成失败分析和同步流程设计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部分完成</a:t>
                      </a:r>
                    </a:p>
                  </a:txBody>
                  <a:tcPr>
                    <a:solidFill>
                      <a:srgbClr val="5A5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自动闭环能力仍可继续增强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Workflow 运行数据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基于 2026-04-03 通过 gh 查询的最近 200 次 run 聚合结果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914400"/>
                <a:gridCol w="914400"/>
                <a:gridCol w="914400"/>
                <a:gridCol w="914400"/>
                <a:gridCol w="33832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Workflow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总计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成功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取消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Ascend/pytorch Nightly Build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主链路稳定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Ascend/pytorch Nightly Build Validation (ARM)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已跑通，仍需稳态优化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已打通，仍处于密集调试期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可运行，具备治理能力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7033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463040"/>
                <a:gridCol w="52120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219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最近成功时间 (UTC)</a:t>
                      </a:r>
                    </a:p>
                  </a:txBody>
                  <a:tcPr>
                    <a:solidFill>
                      <a:srgbClr val="219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Run ID</a:t>
                      </a:r>
                    </a:p>
                  </a:txBody>
                  <a:tcPr>
                    <a:solidFill>
                      <a:srgbClr val="2191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状态说明</a:t>
                      </a:r>
                    </a:p>
                  </a:txBody>
                  <a:tcPr>
                    <a:solidFill>
                      <a:srgbClr val="21918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2026-04-02 23:38:48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23927010611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NPU 构建和基础测试链路已成功跑通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2026-04-02 22:23:56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23924812258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x86 nightly 持续稳定运行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2026-04-02 09:10:38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23893095476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nightly 已具备稳定成功案例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2026-04-01 01:13:31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23827086198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Lint 扫描链路可正常工作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当前问题与瓶颈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当前主要矛盾已从“流程设计”转向“环境稳定性和运行时可用性”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09728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0424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当前问题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表现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self-hosted runner 调度不稳定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Run 23924845622 未被 runner 接单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当前主要问题不是编译逻辑，而是 runner 资源稳定性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NPU 环境初始化稳定性不足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Run 23876199231 失败于 Verify NPU availability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当前问题集中在 CANN、挂载路径、torch_npu 导入和设备初始化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覆盖范围仍偏小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当前仍以 smoke 和基础验证为主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需在环境稳定后逐步扩大测试池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issue 自动闭环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自动化程度仍不够高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修复判定、同步和报告输出可继续增强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适合作为下一阶段平台化工作继续建设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下一阶段计划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Microsoft YaHei"/>
              </a:rPr>
              <a:t>下一阶段重点从“打通”转向“稳态运行 + 覆盖扩展”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下一步工作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23456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ARM / NPU 基础设施稳定化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提升 self-hosted runner 可用性，固化镜像与挂载配置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稳定任务调度和执行环境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NPU 基础验证稳定化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固化 NPU availability 检查逻辑，维护最小 smoke 测试集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形成稳定的每日 NPU 基础验证能力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主社区测试扩展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从 test_device.py 扩展到 tensor、autograd、nn 等核心测试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建立 smoke / core / extended 三层测试池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issue 自动闭环增强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自动生成报告、创建或更新 issue、同步上游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</a:rPr>
                        <a:t>降低人工分析成本，强化平台属性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394960"/>
            <a:ext cx="10789920" cy="731520"/>
          </a:xfrm>
          <a:prstGeom prst="roundRect">
            <a:avLst/>
          </a:prstGeom>
          <a:solidFill>
            <a:srgbClr val="DEEBF7"/>
          </a:solidFill>
          <a:ln>
            <a:solidFill>
              <a:srgbClr val="217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955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23456"/>
                </a:solidFill>
                <a:latin typeface="Microsoft YaHei"/>
              </a:rPr>
              <a:t>结论：项目已完成从“方案设计”到“运行平台”的跨越，当前应优先解决 ARM / NPU 环境稳定性，并逐步扩大主社区测试覆盖。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Microsoft YaHei"/>
              </a:rPr>
              <a:t>数据来源：GitHub Actions `computing-infra/pytorch-infra`，统计时间：2026-04-03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